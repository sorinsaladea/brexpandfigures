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ro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ro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/>
              <a:t>Proiect Bazele Roboticii</a:t>
            </a:r>
          </a:p>
          <a:p>
            <a:pPr lvl="0">
              <a:spcBef>
                <a:spcPts val="0"/>
              </a:spcBef>
              <a:buNone/>
            </a:pPr>
            <a:r>
              <a:rPr lang="ro"/>
              <a:t>Expandarea obiectelor</a:t>
            </a: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/>
              <a:t>Prodaniuc Andrei</a:t>
            </a:r>
          </a:p>
          <a:p>
            <a:pPr lvl="0">
              <a:spcBef>
                <a:spcPts val="0"/>
              </a:spcBef>
              <a:buNone/>
            </a:pPr>
            <a:r>
              <a:rPr lang="ro"/>
              <a:t>Saladea Sorin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/>
              <a:t>Exemplu de expandare</a:t>
            </a:r>
          </a:p>
        </p:txBody>
      </p:sp>
      <p:pic>
        <p:nvPicPr>
          <p:cNvPr id="61" name="Shape 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600" y="1197450"/>
            <a:ext cx="4638675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357225" y="53607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/>
              <a:t>Expandare cu păstrarea formei</a:t>
            </a:r>
          </a:p>
        </p:txBody>
      </p:sp>
      <p:pic>
        <p:nvPicPr>
          <p:cNvPr id="67" name="Shape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800" y="1270275"/>
            <a:ext cx="2933700" cy="37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Shape 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025" y="1705450"/>
            <a:ext cx="4487700" cy="283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 sz="3000"/>
              <a:t>Funcționalități desenare</a:t>
            </a:r>
          </a:p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366325" y="1352750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 sz="2400"/>
              <a:t>-desenare libera</a:t>
            </a:r>
          </a:p>
          <a:p>
            <a:pPr lvl="0">
              <a:spcBef>
                <a:spcPts val="0"/>
              </a:spcBef>
              <a:buNone/>
            </a:pPr>
            <a:r>
              <a:rPr lang="ro" sz="2400"/>
              <a:t>-desenare forme predefinite</a:t>
            </a:r>
          </a:p>
          <a:p>
            <a:pPr lvl="0">
              <a:spcBef>
                <a:spcPts val="0"/>
              </a:spcBef>
              <a:buNone/>
            </a:pPr>
            <a:r>
              <a:rPr lang="ro" sz="2400"/>
              <a:t>				-dreptunghi</a:t>
            </a:r>
          </a:p>
          <a:p>
            <a:pPr lvl="0">
              <a:spcBef>
                <a:spcPts val="0"/>
              </a:spcBef>
              <a:buNone/>
            </a:pPr>
            <a:r>
              <a:rPr lang="ro" sz="2400"/>
              <a:t>				-cerc	</a:t>
            </a:r>
          </a:p>
          <a:p>
            <a:pPr lvl="0">
              <a:spcBef>
                <a:spcPts val="0"/>
              </a:spcBef>
              <a:buNone/>
            </a:pPr>
            <a:r>
              <a:rPr lang="ro" sz="2400"/>
              <a:t>				-triunghi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75" name="Shape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463" y="1930950"/>
            <a:ext cx="3171825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 sz="3000"/>
              <a:t>Funcționalități de gestiune a formelor</a:t>
            </a:r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o" sz="2400"/>
              <a:t>-mutarea formei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ro" sz="2400"/>
              <a:t>-copierea formei</a:t>
            </a:r>
          </a:p>
          <a:p>
            <a:pPr lvl="0">
              <a:spcBef>
                <a:spcPts val="0"/>
              </a:spcBef>
              <a:buNone/>
            </a:pPr>
            <a:r>
              <a:rPr lang="ro" sz="2400"/>
              <a:t>-realizare concavitate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82" name="Shape 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350" y="3018699"/>
            <a:ext cx="1968225" cy="17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Shape 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770" y="2991645"/>
            <a:ext cx="2161625" cy="17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Shape 84"/>
          <p:cNvSpPr/>
          <p:nvPr/>
        </p:nvSpPr>
        <p:spPr>
          <a:xfrm>
            <a:off x="5429675" y="3659625"/>
            <a:ext cx="618000" cy="34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